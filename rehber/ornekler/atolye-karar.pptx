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29fe4ad3344ab7" /><Relationship Type="http://schemas.openxmlformats.org/officeDocument/2006/relationships/extended-properties" Target="/docProps/app.xml" Id="Rebbee5275694454c" /><Relationship Type="http://schemas.openxmlformats.org/officeDocument/2006/relationships/officeDocument" Target="/ppt/presentation.xml" Id="Rd7c2de2742c546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cdcf5ebd394460"/>
  </p:sldMasterIdLst>
  <p:notesMasterIdLst>
    <p:notesMasterId xmlns:r="http://schemas.openxmlformats.org/officeDocument/2006/relationships" r:id="R651b1d34dc204cb4"/>
  </p:notesMasterIdLst>
  <p:sldIdLst>
    <p:sldId xmlns:r="http://schemas.openxmlformats.org/officeDocument/2006/relationships" id="256" r:id="R3b717aef226e4332"/>
    <p:sldId xmlns:r="http://schemas.openxmlformats.org/officeDocument/2006/relationships" id="257" r:id="R896b03450baf40cd"/>
    <p:sldId xmlns:r="http://schemas.openxmlformats.org/officeDocument/2006/relationships" id="258" r:id="R63e2017f121345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921c229e9742c9" /><Relationship Type="http://schemas.openxmlformats.org/officeDocument/2006/relationships/slideMaster" Target="/ppt/slideMasters/slideMaster1.xml" Id="R06cdcf5ebd394460" /><Relationship Type="http://schemas.openxmlformats.org/officeDocument/2006/relationships/notesMaster" Target="/ppt/notesMasters/notesMaster1.xml" Id="R651b1d34dc204cb4" /><Relationship Type="http://schemas.openxmlformats.org/officeDocument/2006/relationships/presProps" Target="/ppt/presProps.xml" Id="Rba46417716b64be6" /><Relationship Type="http://schemas.openxmlformats.org/officeDocument/2006/relationships/tableStyles" Target="/ppt/tableStyles.xml" Id="R029ac0317c454614" /><Relationship Type="http://schemas.openxmlformats.org/officeDocument/2006/relationships/slide" Target="/ppt/slides/slide1.xml" Id="R3b717aef226e4332" /><Relationship Type="http://schemas.openxmlformats.org/officeDocument/2006/relationships/slide" Target="/ppt/slides/slide2.xml" Id="R896b03450baf40cd" /><Relationship Type="http://schemas.openxmlformats.org/officeDocument/2006/relationships/slide" Target="/ppt/slides/slide3.xml" Id="R63e2017f1213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f085a0ab55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b2009c0da4634" /><Relationship Type="http://schemas.openxmlformats.org/officeDocument/2006/relationships/notesMaster" Target="/ppt/notesMasters/notesMaster1.xml" Id="Rabe6803fbc38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e44498af84ac9" /><Relationship Type="http://schemas.openxmlformats.org/officeDocument/2006/relationships/notesMaster" Target="/ppt/notesMasters/notesMaster1.xml" Id="R0ce48df58a4e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ae92a68b1c4ba3" /><Relationship Type="http://schemas.openxmlformats.org/officeDocument/2006/relationships/notesMaster" Target="/ppt/notesMasters/notesMaster1.xml" Id="Rd1dca1613a1a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Kurgu kaynaklar: arastirma-kaynaklari.md ve karar-notu.md. Gerçek ürün fiyatları değildir. İki koşulu önce açıklayın. 500 TL farkı güvenlik payı diye kesinleştirmeyin: ek ücret henüz bilinmiyor.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Kurgu kaynaklar: arastirma-kaynaklari.md ve karar-notu.md. Gerçek ürün fiyatları değildir. B satırını gösterin: A ücretsiz olsa da CSV yok; C ucuz olsa da hesap gerekiyor. Slayt önce/sonra örneğinde bilgi aynı, karşılaştırma biçimi farklıdır.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Kurgu kaynaklar: arastirma-kaynaklari.md ve karar-notu.md. Gerçek ürün fiyatları değildir. Logo rengi araştırması bu kararı değiştirmez. Önce ek ücret ve hesap koşulunu çözün.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34a5fba4049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ea1769f6d43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dd011fde0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3941cae86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46ccbc77a4a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068b1fbbc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37433B-7EE8-449C-A230-90BA8C4BA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8C1B59-CD6F-4AB6-8794-EE6DB44F98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68A568-671E-4716-B0A1-B8482FB1F8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6881D9-D9C5-46AE-AC96-465A86FBC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D9D075-5F8B-48FE-872D-DC893FC3D9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AD81A9-8022-4608-ACA7-1E3520A2B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445ADD-A690-410A-8AD8-098A18ABBC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F623FF-EE6A-4D82-BF85-DE69DC963F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9972A3-8F5D-4A8E-9734-0F7BC979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9FEEC7-7935-47F5-AAAB-A2A2E18250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be02e7455842ea" /><Relationship Type="http://schemas.openxmlformats.org/officeDocument/2006/relationships/slideLayout" Target="/ppt/slideLayouts/slideLayout1.xml" Id="Rb2086687bcec4de1" /><Relationship Type="http://schemas.openxmlformats.org/officeDocument/2006/relationships/slideLayout" Target="/ppt/slideLayouts/slideLayout2.xml" Id="Rdea01eef40e946a3" /><Relationship Type="http://schemas.openxmlformats.org/officeDocument/2006/relationships/slideLayout" Target="/ppt/slideLayouts/slideLayout3.xml" Id="Re264e70b27e94cab" /><Relationship Type="http://schemas.openxmlformats.org/officeDocument/2006/relationships/slideLayout" Target="/ppt/slideLayouts/slideLayout4.xml" Id="R1cfcce0c334b468a" /><Relationship Type="http://schemas.openxmlformats.org/officeDocument/2006/relationships/slideLayout" Target="/ppt/slideLayouts/slideLayout5.xml" Id="R4e262574f219448d" /><Relationship Type="http://schemas.openxmlformats.org/officeDocument/2006/relationships/slideLayout" Target="/ppt/slideLayouts/slideLayout6.xml" Id="Reeeecdb50e8044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086687bcec4de1"/>
    <p:sldLayoutId xmlns:r="http://schemas.openxmlformats.org/officeDocument/2006/relationships" id="2147483650" r:id="Rdea01eef40e946a3"/>
    <p:sldLayoutId xmlns:r="http://schemas.openxmlformats.org/officeDocument/2006/relationships" id="2147483651" r:id="Re264e70b27e94cab"/>
    <p:sldLayoutId xmlns:r="http://schemas.openxmlformats.org/officeDocument/2006/relationships" id="2147483652" r:id="R1cfcce0c334b468a"/>
    <p:sldLayoutId xmlns:r="http://schemas.openxmlformats.org/officeDocument/2006/relationships" id="2147483653" r:id="R4e262574f219448d"/>
    <p:sldLayoutId xmlns:r="http://schemas.openxmlformats.org/officeDocument/2006/relationships" id="2147483654" r:id="Reeeecdb50e8044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5e9b56c1641a0" /><Relationship Type="http://schemas.openxmlformats.org/officeDocument/2006/relationships/notesSlide" Target="/ppt/notesSlides/notesSlide1.xml" Id="R3d52fe3a2244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9ca5231c04dd5" /><Relationship Type="http://schemas.openxmlformats.org/officeDocument/2006/relationships/notesSlide" Target="/ppt/notesSlides/notesSlide2.xml" Id="R754814f720994e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4fce92b474ea9" /><Relationship Type="http://schemas.openxmlformats.org/officeDocument/2006/relationships/notesSlide" Target="/ppt/notesSlides/notesSlide3.xml" Id="R36d69509363b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EC9B9-45B9-402B-9305-C987491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C"/>
                </a:solidFill>
                <a:latin typeface="Arial"/>
                <a:ea typeface="Arial"/>
                <a:cs typeface="Arial"/>
              </a:rPr>
              <a:t>ARAŞTIRMA → KARAR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5880-2196-4D81-8854-0524D1A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426"/>
                </a:solidFill>
                <a:latin typeface="Arial"/>
                <a:ea typeface="Arial"/>
                <a:cs typeface="Arial"/>
              </a:rPr>
              <a:t>İki zorunlu koşulu karşılayan seçenek: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9B5B0-ED34-4DC7-AA17-9BBFCFA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ATÖLYE • KURGU ÖĞRETİM ÖRNEĞİ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97DF8-2D16-432A-92A3-E9944D0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32671-8C3C-4AC2-AD1A-A415F3E3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Hesapsız kayıt  +  CSV dışa aktarma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0C967-6DD3-4F17-A905-679E6494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02426"/>
                </a:solidFill>
                <a:latin typeface="Arial"/>
                <a:ea typeface="Arial"/>
                <a:cs typeface="Arial"/>
              </a:rPr>
              <a:t>2.500 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02D4A-0768-4A08-B643-F4BAA79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3.000 TL bütçe içinde</a:t>
            </a:r>
          </a:p>
          <a:p xmlns:a="http://schemas.openxmlformats.org/drawingml/2006/main">
            <a: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500 TL pay kalıyor.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A5B1D-B819-4A27-965A-74A4EE3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Ek vergi ve ödeme komisyonu bilinmiyor.</a:t>
            </a:r>
          </a:p>
        </p:txBody>
      </p:sp>
    </p:spTree>
    <p:extLst>
      <p:ext uri="{BB962C8B-B14F-4D97-AF65-F5344CB8AC3E}">
        <p14:creationId xmlns:p14="http://schemas.microsoft.com/office/powerpoint/2010/main" val="228719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D45F3-9B60-4D5A-A2DD-6CEBE76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C"/>
                </a:solidFill>
                <a:latin typeface="Arial"/>
                <a:ea typeface="Arial"/>
                <a:cs typeface="Arial"/>
              </a:rPr>
              <a:t>KARARIN DAYANAĞI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E3DF2-D95C-4DA1-8F49-B0C5011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426"/>
                </a:solidFill>
                <a:latin typeface="Arial"/>
                <a:ea typeface="Arial"/>
                <a:cs typeface="Arial"/>
              </a:rPr>
              <a:t>Aynı ölçütlerle üç seçeneği karşılaştır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08204-BA02-4730-8DC4-C7145F0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ATÖLYE • KURGU ÖĞRETİM ÖRNEĞİ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7B35-AD18-49E5-80E8-2837455B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B3E9-C3A8-45D4-B6FF-BF2D67995DCB}"/>
              </a:ext>
            </a:extLst>
          </p:cNvPr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095500"/>
                <a:gridCol w="6486525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Seçenek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FE1E3"/>
                      </a:solidFill>
                      <a:prstDash val="solid"/>
                    </a:lnL>
                    <a:lnR w="9525">
                      <a:solidFill>
                        <a:srgbClr val="DFE1E3"/>
                      </a:solidFill>
                      <a:prstDash val="solid"/>
                    </a:lnR>
                    <a:lnT w="9525">
                      <a:solidFill>
                        <a:srgbClr val="DFE1E3"/>
                      </a:solidFill>
                      <a:prstDash val="solid"/>
                    </a:lnT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252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T w="9525">
                      <a:solidFill>
                        <a:srgbClr val="DFE1E3"/>
                      </a:solidFill>
                      <a:prstDash val="solid"/>
                    </a:lnT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2528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Kararı etkileyen fark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T w="9525">
                      <a:solidFill>
                        <a:srgbClr val="DFE1E3"/>
                      </a:solidFill>
                      <a:prstDash val="solid"/>
                    </a:lnT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25282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Kayıt 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FE1E3"/>
                      </a:solidFill>
                      <a:prstDash val="solid"/>
                    </a:lnL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0 TL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CSV yok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Kayıt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FE1E3"/>
                      </a:solidFill>
                      <a:prstDash val="solid"/>
                    </a:lnL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2.500 TL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İki koşul da var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E9EBE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Kayıt 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FE1E3"/>
                      </a:solidFill>
                      <a:prstDash val="solid"/>
                    </a:lnL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1.700 TL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82B"/>
                          </a:solidFill>
                          <a:latin typeface="Arial"/>
                          <a:ea typeface="Arial"/>
                          <a:cs typeface="Arial"/>
                        </a:rPr>
                        <a:t>Katılımcı hesabı zorunlu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FE1E3"/>
                      </a:solidFill>
                      <a:prstDash val="solid"/>
                    </a:lnR>
                    <a:lnB w="9525">
                      <a:solidFill>
                        <a:srgbClr val="DFE1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00595-49F5-4791-95A1-D1FAE91C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Bütçe: 3.000 TL  ·  B’den sonra kalan: 500 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7C673-2234-4FD9-8FA3-80B6152E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Ek vergi ve ödeme komisyonu bilinmiyor.</a:t>
            </a:r>
          </a:p>
        </p:txBody>
      </p:sp>
    </p:spTree>
    <p:extLst>
      <p:ext uri="{BB962C8B-B14F-4D97-AF65-F5344CB8AC3E}">
        <p14:creationId xmlns:p14="http://schemas.microsoft.com/office/powerpoint/2010/main" val="968115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A233F-30F8-4021-B262-A233897F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C"/>
                </a:solidFill>
                <a:latin typeface="Arial"/>
                <a:ea typeface="Arial"/>
                <a:cs typeface="Arial"/>
              </a:rPr>
              <a:t>BİLİNMEYEN → SONRAKİ ADIM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AF336-A19C-471F-AB5C-9141A41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2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426"/>
                </a:solidFill>
                <a:latin typeface="Arial"/>
                <a:ea typeface="Arial"/>
                <a:cs typeface="Arial"/>
              </a:rPr>
              <a:t>Hangi yeni bilgi kararı değiştirir?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E639-FC2E-4280-BFBB-6B78F69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ATÖLYE • KURGU ÖĞRETİM ÖRNEĞİ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99E5C-2BBB-47B6-8012-3455933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1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B0652-AFE9-472A-A66A-F39B5472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D3198-ACB8-460A-998F-5C47B02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282B"/>
                </a:solidFill>
                <a:latin typeface="Arial"/>
                <a:ea typeface="Arial"/>
                <a:cs typeface="Arial"/>
              </a:rPr>
              <a:t>Ek ücret 500 TL’yi aşarsa bütçe aşılır.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375C7-6F35-4A33-A9A6-5A054D9E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Vergi ve ödeme komisyonunu doğrula; toplam maliyeti güncelle.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D1138-A64D-479A-AB5F-0BBA03EE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62666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26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A31CC-5D9F-48E0-8799-1A722738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5282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82B"/>
                </a:solidFill>
                <a:latin typeface="Arial"/>
                <a:ea typeface="Arial"/>
                <a:cs typeface="Arial"/>
              </a:rPr>
              <a:t>Hesap açma koşulu kabul edilirse C yeniden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391917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2026-10-31T05:48:30.5340000Z</dcterms:created>
  <dcterms:modified xsi:type="dcterms:W3CDTF">2026-10-31T05:48:30.5340000Z</dcterms:modified>
</coreProperties>
</file>